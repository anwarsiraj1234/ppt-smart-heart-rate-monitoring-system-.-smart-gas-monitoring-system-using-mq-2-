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3977640"/>
            <a:ext cx="411480" cy="411480"/>
          </a:xfrm>
          <a:prstGeom prst="ellipse">
            <a:avLst/>
          </a:prstGeom>
          <a:solidFill>
            <a:srgbClr val="2E8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3977640"/>
            <a:ext cx="411480" cy="411480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06240" y="3977640"/>
            <a:ext cx="411480" cy="411480"/>
          </a:xfrm>
          <a:prstGeom prst="ellipse">
            <a:avLst/>
          </a:prstGeom>
          <a:solidFill>
            <a:srgbClr val="F39C1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0" y="3977640"/>
            <a:ext cx="411480" cy="411480"/>
          </a:xfrm>
          <a:prstGeom prst="ellipse">
            <a:avLst/>
          </a:prstGeom>
          <a:solidFill>
            <a:srgbClr val="E74C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0" y="3977640"/>
            <a:ext cx="411480" cy="411480"/>
          </a:xfrm>
          <a:prstGeom prst="ellipse">
            <a:avLst/>
          </a:prstGeom>
          <a:solidFill>
            <a:srgbClr val="8E44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OFFICIAL EDUCATORS RENAISSANCE CAMPUS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GAS MONITORING SYSTEM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MADE BY SIR ANWAR SIRAJ DS AND AI ROBOTICS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Sensor  |  I2C LCD  |  LPG, CO &amp; Smoke detection in PPM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C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1828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 &amp; KEY FEATURES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841248"/>
            <a:ext cx="7955280" cy="36576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05256"/>
            <a:ext cx="7955280" cy="18288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84632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ROBOTICS  |  Made by Sir Anwar Siraj DS  |  The Educators Renaissance Campus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05156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environmental safety project. The MQ-2 sensor detects hazardous LPG, Carbon Monoxide (CO) and Smoke. The Arduino processes the analog signal and shows live readings in PPM on a 16x2 I2C LCD - a compact safety monitor for homes and labs.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1517904" cy="2606040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2167128"/>
            <a:ext cx="73152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2148840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Triple Detection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2624328"/>
            <a:ext cx="124358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LPG, CO and Smoke monitored at once.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340864" y="2057400"/>
            <a:ext cx="1517904" cy="2606040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50592" y="2167128"/>
            <a:ext cx="73152" cy="3657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15184" y="2148840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PPM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478024" y="2624328"/>
            <a:ext cx="124358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gas concentration in Parts Per Million.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950208" y="2057400"/>
            <a:ext cx="1517904" cy="2606040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59936" y="2167128"/>
            <a:ext cx="73152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24528" y="2148840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I2C Efficiency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087368" y="2624328"/>
            <a:ext cx="124358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wiring cut from 16 pins to just 4.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559552" y="2057400"/>
            <a:ext cx="1517904" cy="2606040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25400">
            <a:solidFill>
              <a:srgbClr val="2E86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0" y="2167128"/>
            <a:ext cx="73152" cy="3657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833872" y="2148840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 Alert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696712" y="2624328"/>
            <a:ext cx="124358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(precise) + Digital (threshold) signals.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68896" y="2057400"/>
            <a:ext cx="1517904" cy="2606040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78624" y="2167128"/>
            <a:ext cx="73152" cy="3657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43216" y="2148840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Display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306056" y="2624328"/>
            <a:ext cx="124358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for easy reading.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C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1828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LIBRARIES USED IN THIS PROJECT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841248"/>
            <a:ext cx="7955280" cy="36576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05256"/>
            <a:ext cx="7955280" cy="18288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84632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ROBOTICS  |  Made by Sir Anwar Siraj DS  |  The Educators Renaissance Campus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0515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act as translators between the Arduino and the sensor / display.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1664208"/>
            <a:ext cx="73152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16459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Wire.h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2121408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the Arduino IDE - nothing to install.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I2C communication (SDA/SCL) between the Arduino and the LCD.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29000" y="155448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2E86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38728" y="1664208"/>
            <a:ext cx="73152" cy="3657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03320" y="16459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LiquidCrystal_I2C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2121408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the 16x2 LCD through only 2 data pins.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calls: init(), backlight(), setCursor(), print(), clear()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55448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6208" y="1664208"/>
            <a:ext cx="73152" cy="3657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0" y="16459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MQ2.h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121408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library for the MQ-2 gas sensor.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raw voltage into PPM using readLPG(), readCO() and readSmoke().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C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1828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LIBRARIES - STEP BY STEP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841248"/>
            <a:ext cx="7955280" cy="36576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05256"/>
            <a:ext cx="7955280" cy="18288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84632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ROBOTICS  |  Made by Sir Anwar Siraj DS  |  The Educators Renaissance Campus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25880" y="1143000"/>
            <a:ext cx="731520" cy="731520"/>
          </a:xfrm>
          <a:prstGeom prst="ellipse">
            <a:avLst/>
          </a:prstGeom>
          <a:solidFill>
            <a:srgbClr val="2E86DE"/>
          </a:solidFill>
          <a:ln w="25400">
            <a:solidFill>
              <a:srgbClr val="1230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1143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31520" y="2057400"/>
            <a:ext cx="1874520" cy="23317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25400">
            <a:solidFill>
              <a:srgbClr val="2E86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167128"/>
            <a:ext cx="73152" cy="3657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214884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Arduino IDE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2624328"/>
            <a:ext cx="1600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Arduino IDE on your PC.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37560" y="1143000"/>
            <a:ext cx="731520" cy="731520"/>
          </a:xfrm>
          <a:prstGeom prst="ellipse">
            <a:avLst/>
          </a:prstGeom>
          <a:solidFill>
            <a:srgbClr val="27AE60"/>
          </a:solidFill>
          <a:ln w="25400">
            <a:solidFill>
              <a:srgbClr val="1230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37560" y="1143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2743200" y="2057400"/>
            <a:ext cx="1874520" cy="23317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52928" y="2167128"/>
            <a:ext cx="73152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017520" y="214884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Library Manager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880360" y="2624328"/>
            <a:ext cx="1600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&gt; Include Library &gt; Manage Libraries...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49240" y="1143000"/>
            <a:ext cx="731520" cy="731520"/>
          </a:xfrm>
          <a:prstGeom prst="ellipse">
            <a:avLst/>
          </a:prstGeom>
          <a:solidFill>
            <a:srgbClr val="F39C12"/>
          </a:solidFill>
          <a:ln w="25400">
            <a:solidFill>
              <a:srgbClr val="1230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49240" y="1143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4754880" y="2057400"/>
            <a:ext cx="1874520" cy="23317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64608" y="2167128"/>
            <a:ext cx="73152" cy="3657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0" y="214884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LCD library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892040" y="2624328"/>
            <a:ext cx="1600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"LiquidCrystal I2C" (by Frank de Brabander) and click Install.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60920" y="1143000"/>
            <a:ext cx="731520" cy="731520"/>
          </a:xfrm>
          <a:prstGeom prst="ellipse">
            <a:avLst/>
          </a:prstGeom>
          <a:solidFill>
            <a:srgbClr val="E74C3C"/>
          </a:solidFill>
          <a:ln w="25400">
            <a:solidFill>
              <a:srgbClr val="12306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60920" y="1143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6766560" y="2057400"/>
            <a:ext cx="1874520" cy="23317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76288" y="2167128"/>
            <a:ext cx="73152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40880" y="214884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MQ2 library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903720" y="2624328"/>
            <a:ext cx="1600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"MQ2" (MQ2 sensor library) and click Install. Wire.h needs no install.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44805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if the LCD stays blank, change the address from 0x27 to 0x3F.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C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1828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COMPONENTS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841248"/>
            <a:ext cx="7955280" cy="36576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05256"/>
            <a:ext cx="7955280" cy="18288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84632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ROBOTICS  |  Made by Sir Anwar Siraj DS  |  The Educators Renaissance Campus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09728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5400">
            <a:solidFill>
              <a:srgbClr val="2E86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207008"/>
            <a:ext cx="73152" cy="3657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Arduino Uno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1664208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processing unit. Processes sensor data and controls the LCD.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29000" y="109728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38728" y="1207008"/>
            <a:ext cx="73152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033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MQ-2 Sensor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1664208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sensing element. Detects smoke, LPG and CO.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36208" y="1207008"/>
            <a:ext cx="73152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I2C 16x2 LCD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1664208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display. Shows readings on a 2-line screen.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292608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3035808"/>
            <a:ext cx="73152" cy="3657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05840" y="30175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LM393 Comparator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3493008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control. Built into the MQ-2 module for digital threshold logic.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29000" y="292608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38728" y="3035808"/>
            <a:ext cx="73152" cy="3657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703320" y="30175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Jumper Wires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566160" y="3493008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Connectors. Route signals between sensor, board and display.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26480" y="292608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12306B"/>
          </a:solidFill>
          <a:ln w="25400">
            <a:solidFill>
              <a:srgbClr val="C9941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17920" y="292608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9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simple parts = one life-saving safety system!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C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1828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COMPONENT: MQ-2 GAS SENSOR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841248"/>
            <a:ext cx="7955280" cy="36576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05256"/>
            <a:ext cx="7955280" cy="18288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84632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ROBOTICS  |  Made by Sir Anwar Siraj DS  |  The Educators Renaissance Campus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097280"/>
            <a:ext cx="393192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207008"/>
            <a:ext cx="73152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118872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it?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1664208"/>
            <a:ext cx="3657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gas sensor with an internal heater and a sensing element whose conductivity changes when combustible gases are present. The more gas, the higher the output voltage.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Detects: LPG, Carbon Monoxide (CO) and Smoke.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needs a short pre-heating (warm-up) time for stable readings.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097280"/>
            <a:ext cx="38404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56048" y="1207008"/>
            <a:ext cx="73152" cy="3657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0640" y="118872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Pins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1664208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VCC &gt; 5V     GND &gt; GND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 &gt; Arduino A0 (analog PPM data)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 &gt; optional digital pin (LED alert)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926080"/>
            <a:ext cx="38404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5400">
            <a:solidFill>
              <a:srgbClr val="2E86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56048" y="3035808"/>
            <a:ext cx="73152" cy="3657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20640" y="301752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Analog vs Digital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3493008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 gives precise readings. D0 uses the LM393 comparator to switch HIGH/LOW at a threshold set by the on-board knob.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C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1828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COMPONENT: I2C 16x2 LCD DISPLAY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841248"/>
            <a:ext cx="7955280" cy="36576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05256"/>
            <a:ext cx="7955280" cy="18288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84632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ROBOTICS  |  Made by Sir Anwar Siraj DS  |  The Educators Renaissance Campus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097280"/>
            <a:ext cx="393192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207008"/>
            <a:ext cx="73152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118872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it?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1664208"/>
            <a:ext cx="3657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character LCD with 16 columns x 2 rows and an I2C backpack. A normal LCD needs 16 pins; with I2C only 4 wires are used: VCC, GND, SDA and SCL.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project it shows branding at start, then live readings: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L: LPG   C: CO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Smoke: value PPM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097280"/>
            <a:ext cx="38404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5400">
            <a:solidFill>
              <a:srgbClr val="2E86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56048" y="1207008"/>
            <a:ext cx="73152" cy="3657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0640" y="118872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Pin Connections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1664208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 &gt; GND     VCC &gt; 5V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 &gt; Analog A4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 &gt; Analog A5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2926080"/>
            <a:ext cx="38404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56048" y="3035808"/>
            <a:ext cx="73152" cy="3657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20640" y="301752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to know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3493008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address is 0x27 (some use 0x3F). Adjust the contrast screw on the back if text is faint.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C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1828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CIRCUIT DIAGRAM (PIN MAPPING)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841248"/>
            <a:ext cx="7955280" cy="36576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05256"/>
            <a:ext cx="7955280" cy="18288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84632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ROBOTICS  |  Made by Sir Anwar Siraj DS  |  The Educators Renaissance Campus</a:t>
            </a:r>
            <a:endParaRPr lang="en-US" sz="900" dirty="0"/>
          </a:p>
        </p:txBody>
      </p:sp>
      <p:pic>
        <p:nvPicPr>
          <p:cNvPr id="8" name="Image 0" descr="cir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097280"/>
            <a:ext cx="4846320" cy="2834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760720" y="1097280"/>
            <a:ext cx="29260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70448" y="1207008"/>
            <a:ext cx="73152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35040" y="118872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MQ-2 Wiring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897880" y="1664208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VCC &gt; 5V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 &gt; GND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 &gt; A0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 &gt; optional LED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760720" y="2926080"/>
            <a:ext cx="29260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70448" y="3035808"/>
            <a:ext cx="73152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035040" y="301752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I2C LCD Wiring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897880" y="3493008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 &gt; GND   VCC &gt; 5V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 &gt; A4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 &gt; A5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4069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3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Official diagram by Sir Anwar Siraj DS and AI Robotics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C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1828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 - STEP BY STEP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841248"/>
            <a:ext cx="7955280" cy="36576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05256"/>
            <a:ext cx="7955280" cy="18288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84632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ROBOTICS  |  Made by Sir Anwar Siraj DS  |  The Educators Renaissance Campus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43000" y="1097280"/>
            <a:ext cx="640080" cy="640080"/>
          </a:xfrm>
          <a:prstGeom prst="ellipse">
            <a:avLst/>
          </a:prstGeom>
          <a:solidFill>
            <a:srgbClr val="E74C3C"/>
          </a:solidFill>
          <a:ln w="25400">
            <a:solidFill>
              <a:srgbClr val="1230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1520" y="1874520"/>
            <a:ext cx="1508760" cy="27432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1984248"/>
            <a:ext cx="73152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1965960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Pre-heating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2441448"/>
            <a:ext cx="1234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warm-up of the internal heater for stable readings.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0" y="1097280"/>
            <a:ext cx="640080" cy="640080"/>
          </a:xfrm>
          <a:prstGeom prst="ellipse">
            <a:avLst/>
          </a:prstGeom>
          <a:solidFill>
            <a:srgbClr val="F39C12"/>
          </a:solidFill>
          <a:ln w="25400">
            <a:solidFill>
              <a:srgbClr val="1230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4320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2331720" y="1874520"/>
            <a:ext cx="1508760" cy="27432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41448" y="1984248"/>
            <a:ext cx="73152" cy="3657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06040" y="1965960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468880" y="2441448"/>
            <a:ext cx="1234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Conductivity changes when combustible gas is present.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1097280"/>
            <a:ext cx="640080" cy="640080"/>
          </a:xfrm>
          <a:prstGeom prst="ellipse">
            <a:avLst/>
          </a:prstGeom>
          <a:solidFill>
            <a:srgbClr val="27AE60"/>
          </a:solidFill>
          <a:ln w="25400">
            <a:solidFill>
              <a:srgbClr val="1230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4340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3931920" y="1874520"/>
            <a:ext cx="1508760" cy="27432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41648" y="1984248"/>
            <a:ext cx="73152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06240" y="1965960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 Conversion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69080" y="2441448"/>
            <a:ext cx="1234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reads the variable voltage on pin A0.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0" y="1097280"/>
            <a:ext cx="640080" cy="640080"/>
          </a:xfrm>
          <a:prstGeom prst="ellipse">
            <a:avLst/>
          </a:prstGeom>
          <a:solidFill>
            <a:srgbClr val="2E86DE"/>
          </a:solidFill>
          <a:ln w="25400">
            <a:solidFill>
              <a:srgbClr val="12306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5532120" y="1874520"/>
            <a:ext cx="1508760" cy="27432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25400">
            <a:solidFill>
              <a:srgbClr val="2E86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41848" y="1984248"/>
            <a:ext cx="73152" cy="3657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806440" y="1965960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Processing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0" y="2441448"/>
            <a:ext cx="1234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MQ2.h converts raw voltage into PPM for LPG, CO, Smoke.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543800" y="1097280"/>
            <a:ext cx="640080" cy="640080"/>
          </a:xfrm>
          <a:prstGeom prst="ellipse">
            <a:avLst/>
          </a:prstGeom>
          <a:solidFill>
            <a:srgbClr val="8E44AD"/>
          </a:solidFill>
          <a:ln w="25400">
            <a:solidFill>
              <a:srgbClr val="12306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54380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7132320" y="1874520"/>
            <a:ext cx="1508760" cy="27432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42048" y="1984248"/>
            <a:ext cx="73152" cy="3657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406640" y="1965960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269480" y="2441448"/>
            <a:ext cx="1234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sent via I2C (SDA/SCL) to the LCD.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C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1828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CODE (KEY PARTS)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841248"/>
            <a:ext cx="7955280" cy="36576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05256"/>
            <a:ext cx="7955280" cy="18288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84632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ROBOTICS  |  Made by Sir Anwar Siraj DS  |  The Educators Renaissance Campus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097280"/>
            <a:ext cx="4937760" cy="3520440"/>
          </a:xfrm>
          <a:prstGeom prst="roundRect">
            <a:avLst>
              <a:gd name="adj" fmla="val 2597"/>
            </a:avLst>
          </a:prstGeom>
          <a:solidFill>
            <a:srgbClr val="12306B"/>
          </a:solidFill>
          <a:ln w="25400">
            <a:solidFill>
              <a:srgbClr val="C994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1188720"/>
            <a:ext cx="45720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E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&lt;Wire.h&gt;
#include &lt;LiquidCrystal_I2C.h&gt;
#include &lt;MQ2.h&gt;
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LiquidCrystal_I2C lcd(0x27, 16, 2);
int pin = A0;
MQ2 mq2(pin);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lcd.init(); lcd.backlight();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mq2.begin();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mq2.read(true);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lpg = mq2.readLPG();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 = mq2.readCO();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smoke = mq2.readSmoke();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delay(1000);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109728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61888" y="1207008"/>
            <a:ext cx="73152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1887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setup()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989320" y="1664208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LCD, shows RENAISSANCE / AI ROBOTICS for 3 s, then calibrates the sensor.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52160" y="292608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61888" y="3035808"/>
            <a:ext cx="73152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30175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loop()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989320" y="3493008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LPG, CO and Smoke in PPM, prints them on the LCD, and refreshes every second.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C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1828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EDUCATIONAL BENEFITS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841248"/>
            <a:ext cx="7955280" cy="36576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05256"/>
            <a:ext cx="7955280" cy="18288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84632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ROBOTICS  |  Made by Sir Anwar Siraj DS  |  The Educators Renaissance Campus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097280"/>
            <a:ext cx="1874520" cy="21031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207008"/>
            <a:ext cx="73152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118872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Awareness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1664208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invisible hazards like Carbon Monoxide.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097280"/>
            <a:ext cx="1874520" cy="21031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25400">
            <a:solidFill>
              <a:srgbClr val="2E86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52928" y="1207008"/>
            <a:ext cx="73152" cy="3657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17520" y="118872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Protocols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880360" y="1664208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I2C and Serial protocols.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1874520" cy="21031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64608" y="1207008"/>
            <a:ext cx="73152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0" y="118872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Environmental Science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1664208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gas concentrations and PPM.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1097280"/>
            <a:ext cx="1874520" cy="21031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76288" y="1207008"/>
            <a:ext cx="73152" cy="3657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40880" y="118872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Logic Development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1664208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chemical reactions into digital data.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3474720"/>
            <a:ext cx="7955280" cy="1143000"/>
          </a:xfrm>
          <a:prstGeom prst="roundRect">
            <a:avLst>
              <a:gd name="adj" fmla="val 8000"/>
            </a:avLst>
          </a:prstGeom>
          <a:solidFill>
            <a:srgbClr val="12306B"/>
          </a:solidFill>
          <a:ln w="25400">
            <a:solidFill>
              <a:srgbClr val="C9941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3474720"/>
            <a:ext cx="7772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C99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Empowering the Next Generation of AI &amp; Robotics Engineers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Gas Monitoring System</dc:title>
  <dc:subject>PptxGenJS Presentation</dc:subject>
  <dc:creator>AI Robotics - Sir Anwar Siraj DS</dc:creator>
  <cp:lastModifiedBy>AI Robotics - Sir Anwar Siraj DS</cp:lastModifiedBy>
  <cp:revision>1</cp:revision>
  <dcterms:created xsi:type="dcterms:W3CDTF">2026-10-29T03:46:42Z</dcterms:created>
  <dcterms:modified xsi:type="dcterms:W3CDTF">2026-10-29T03:46:42Z</dcterms:modified>
</cp:coreProperties>
</file>